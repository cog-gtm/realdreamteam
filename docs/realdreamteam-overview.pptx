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9D3E6"/>
                </a:solidFill>
                <a:latin typeface="Calibri"/>
              </a:rPr>
              <a:t>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7295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Real Dream Team — internal auction app</a:t>
            </a:r>
          </a:p>
        </p:txBody>
      </p:sp>
      <p:pic>
        <p:nvPicPr>
          <p:cNvPr id="5" name="Picture 4" descr="mockup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3510"/>
            <a:ext cx="4572000" cy="4762500"/>
          </a:xfrm>
          <a:prstGeom prst="rect">
            <a:avLst/>
          </a:prstGeom>
          <a:ln w="9525">
            <a:solidFill>
              <a:srgbClr val="D0D4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6172200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Summary page (docs/mockup-summary.html)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280160"/>
            <a:ext cx="6339535" cy="5029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B45F06"/>
                </a:solidFill>
                <a:latin typeface="Calibri"/>
              </a:rPr>
              <a:t>Live at rdt-auction.marklovestech.com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Sign in: site code entry + name picker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Summary: Notifications, “Matches your interests”, and Discover (5 random open lots)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Browse auctions and lots, ★ favorite, place whole-number bids that must beat the high bid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Interest matching by category / artist / keyword, with “why it matched” chips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Auction close → SOLD ribbon, hammer price, winner, sound, Won/Lost notifications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/admin (second code): add lots, edit close times, close/reopen auctions, ban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Calibri"/>
              </a:rPr>
              <a:t>COG-GTM/realdreamteam  ·  docs/generate_overview_deck.py  ·  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9D3E6"/>
                </a:solidFill>
                <a:latin typeface="Calibri"/>
              </a:rPr>
              <a:t>2 · Three moving parts, all always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7295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40747"/>
            <a:ext cx="11277295" cy="2273385"/>
          </a:xfrm>
          <a:prstGeom prst="rect">
            <a:avLst/>
          </a:prstGeom>
          <a:ln w="9525">
            <a:solidFill>
              <a:srgbClr val="D0D4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3566160"/>
            <a:ext cx="1127729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docs/architecture.mmd, rendered with mermaid-cli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40"/>
            <a:ext cx="5455767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B45F06"/>
                </a:solidFill>
                <a:latin typeface="Calibri"/>
              </a:rPr>
              <a:t>Stack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Node.js 20 + Express + EJS + hand-written SQL (pg)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No build step, no frontend framework, no API layer — server renders HTML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Stateless Node process managed by systemd, with a 5 s poller that closes auctions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All state lives in Postgres; npm run db:reset reloads data/seed/*.json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3977640"/>
            <a:ext cx="5455767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B45F06"/>
                </a:solidFill>
                <a:latin typeface="Calibri"/>
              </a:rPr>
              <a:t>Request flow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IONOS DNS → EC2 instance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Caddy terminates TLS on 80/443 (Let’s Encrypt) → Node on :3000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Node runs SQL against Supabase Postgres → returns plain HTML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Browser fetches lot images directly from Wikimedia Commons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Calibri"/>
              </a:rPr>
              <a:t>COG-GTM/realdreamteam  ·  docs/generate_overview_deck.py  ·  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9D3E6"/>
                </a:solidFill>
                <a:latin typeface="Calibri"/>
              </a:rPr>
              <a:t>3 · How it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7295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Collaborative build: GitHub + Devin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55767" cy="4846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B45F06"/>
                </a:solidFill>
                <a:latin typeface="Calibri"/>
              </a:rPr>
              <a:t>One Devin session per concern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5F6368"/>
                </a:solidFill>
                <a:latin typeface="Calibri"/>
              </a:rPr>
              <a:t>Sessions indexed in docs/auction-app-build-design.md § “Build process — sessions”: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Design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Permissions &amp; access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Backend database work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Data Model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RDT Synthetic Data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RDT-Quality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RDT-Security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Links &amp; References index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80160"/>
            <a:ext cx="5455767" cy="4846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B45F06"/>
                </a:solidFill>
                <a:latin typeface="Calibri"/>
              </a:rPr>
              <a:t>GitHub workflow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Each build step = one PR on a devin/* branch, with feature: / bug: commits and screenshots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PRs opened by devin-ai-integration[bot]; reviewed and merged into main by CognitionMark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Examples: #41 scaffold · #46 auctions &amp; bidding · #44 admin &amp; close · #47 seed data · #56 README &amp; architecture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B45F06"/>
                </a:solidFill>
                <a:latin typeface="Calibri"/>
              </a:rPr>
              <a:t>Secrets stay out of the public repo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Hosts, IPs, users and ports live in the private Devin knowledge note “RDT infrastructure access”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Credentials are Devin org secrets: AUCTION_DATABASE_URL, AUCTION_DATABASE_PASSWORD, RDT_EC2_SSH_KEY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Calibri"/>
              </a:rPr>
              <a:t>COG-GTM/realdreamteam  ·  docs/generate_overview_deck.py  ·  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